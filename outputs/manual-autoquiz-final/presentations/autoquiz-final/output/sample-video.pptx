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-1.mp4"/><Relationship Id="rId2" Type="http://schemas.microsoft.com/office/2007/relationships/media" Target="../media/media-1-1.mp4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Video sample</a:t>
            </a:r>
            <a:endParaRPr lang="en-US" sz="2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14400" y="9144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2026-05-08T09:44:46Z</dcterms:created>
  <dcterms:modified xsi:type="dcterms:W3CDTF">2026-05-08T09:44:46Z</dcterms:modified>
</cp:coreProperties>
</file>